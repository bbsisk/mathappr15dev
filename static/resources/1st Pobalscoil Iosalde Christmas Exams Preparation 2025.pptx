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2" r:id="rId2"/>
    <p:sldId id="293" r:id="rId3"/>
    <p:sldId id="288" r:id="rId4"/>
    <p:sldId id="258" r:id="rId5"/>
    <p:sldId id="289" r:id="rId6"/>
    <p:sldId id="260" r:id="rId7"/>
    <p:sldId id="295" r:id="rId8"/>
    <p:sldId id="286" r:id="rId9"/>
    <p:sldId id="281" r:id="rId10"/>
    <p:sldId id="282" r:id="rId11"/>
    <p:sldId id="287" r:id="rId12"/>
    <p:sldId id="290" r:id="rId13"/>
    <p:sldId id="294" r:id="rId14"/>
    <p:sldId id="291" r:id="rId15"/>
    <p:sldId id="29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7AB5C-55F3-44A3-9D21-D13341E9A6DE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03EDD-D696-4EE3-8C95-08A881DCB7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23932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7AB5C-55F3-44A3-9D21-D13341E9A6DE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03EDD-D696-4EE3-8C95-08A881DCB7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48073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7AB5C-55F3-44A3-9D21-D13341E9A6DE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03EDD-D696-4EE3-8C95-08A881DCB7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84938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7AB5C-55F3-44A3-9D21-D13341E9A6DE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03EDD-D696-4EE3-8C95-08A881DCB7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5864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7AB5C-55F3-44A3-9D21-D13341E9A6DE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03EDD-D696-4EE3-8C95-08A881DCB7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67099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7AB5C-55F3-44A3-9D21-D13341E9A6DE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03EDD-D696-4EE3-8C95-08A881DCB7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94474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7AB5C-55F3-44A3-9D21-D13341E9A6DE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03EDD-D696-4EE3-8C95-08A881DCB7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43954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7AB5C-55F3-44A3-9D21-D13341E9A6DE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03EDD-D696-4EE3-8C95-08A881DCB7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7814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7AB5C-55F3-44A3-9D21-D13341E9A6DE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03EDD-D696-4EE3-8C95-08A881DCB7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80363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7AB5C-55F3-44A3-9D21-D13341E9A6DE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03EDD-D696-4EE3-8C95-08A881DCB7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01150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7AB5C-55F3-44A3-9D21-D13341E9A6DE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03EDD-D696-4EE3-8C95-08A881DCB7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6152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7AB5C-55F3-44A3-9D21-D13341E9A6DE}" type="datetimeFigureOut">
              <a:rPr lang="en-IE" smtClean="0"/>
              <a:t>28/11/2025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03EDD-D696-4EE3-8C95-08A881DCB72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272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https://www.google.ie/url?sa=i&amp;rct=j&amp;q=&amp;esrc=s&amp;source=images&amp;cd=&amp;cad=rja&amp;uact=8&amp;ved=0ahUKEwj3sqzv-P3SAhVhFMAKHXrSA54QjRwIBw&amp;url=https://www.amazon.co.uk/Sharp-WriteView-Calculator-Scientific-Battery-power/dp/B000RPAZ08&amp;psig=AFQjCNFeMTNBEasGBoyVTrfP6i1Fntk4wA&amp;ust=1490953530442439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hyperlink" Target="https://www.google.ie/url?sa=i&amp;rct=j&amp;q=&amp;esrc=s&amp;source=imgres&amp;cd=&amp;cad=rja&amp;uact=8&amp;ved=0ahUKEwjcusGT-f3SAhVBDsAKHTEFClwQjRwIBw&amp;url=https://www.youtube.com/watch?v%3D_1a92PVia1s&amp;psig=AFQjCNGKFKR1UlAlx0mBRPmO9CZ5CbUNqA&amp;ust=1490953609114211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s://www.google.ie/url?sa=i&amp;rct=j&amp;q=&amp;esrc=s&amp;source=imgres&amp;cd=&amp;cad=rja&amp;uact=8&amp;ved=0ahUKEwjYipyt-f3SAhVBOMAKHcjtDs0QjRwIBw&amp;url=https://dir.indiamart.com/mumbai/geometory-set.html&amp;psig=AFQjCNE-_pwhGzLPfDlR14FuEdwzPnuF8w&amp;ust=1490953663018325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hyperlink" Target="https://www.google.ie/url?sa=i&amp;rct=j&amp;q=&amp;esrc=s&amp;source=imgres&amp;cd=&amp;cad=rja&amp;uact=8&amp;ved=0ahUKEwj3lraw-f3SAhUkI8AKHUKWAB0QjRwIBw&amp;url=https://www.walmart.ca/en/ip/oxford-set-of-mathematical-instruments/6000001849383&amp;psig=AFQjCNFPDQfPJMtTW624TA3dFmIedOSjPQ&amp;ust=1490953669962641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0661" y="618186"/>
            <a:ext cx="9687339" cy="2810814"/>
          </a:xfrm>
        </p:spPr>
        <p:txBody>
          <a:bodyPr>
            <a:noAutofit/>
          </a:bodyPr>
          <a:lstStyle/>
          <a:p>
            <a:r>
              <a:rPr lang="en-IE" sz="8000" dirty="0"/>
              <a:t>1</a:t>
            </a:r>
            <a:r>
              <a:rPr lang="en-IE" sz="8000" baseline="30000" dirty="0"/>
              <a:t>st</a:t>
            </a:r>
            <a:r>
              <a:rPr lang="en-IE" sz="8000" dirty="0"/>
              <a:t> Year </a:t>
            </a:r>
            <a:br>
              <a:rPr lang="en-IE" sz="8000" dirty="0"/>
            </a:br>
            <a:r>
              <a:rPr lang="en-IE" sz="8000" dirty="0"/>
              <a:t>Christmas Exams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IE" sz="5400" dirty="0"/>
              <a:t>Helpful tips and reminders </a:t>
            </a:r>
          </a:p>
          <a:p>
            <a:r>
              <a:rPr lang="en-IE" sz="5400" dirty="0"/>
              <a:t>for you first exams</a:t>
            </a:r>
          </a:p>
        </p:txBody>
      </p:sp>
    </p:spTree>
    <p:extLst>
      <p:ext uri="{BB962C8B-B14F-4D97-AF65-F5344CB8AC3E}">
        <p14:creationId xmlns:p14="http://schemas.microsoft.com/office/powerpoint/2010/main" val="1568912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705" y="1701554"/>
            <a:ext cx="6076950" cy="45624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8496" y="476518"/>
            <a:ext cx="85644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Be at the Sports Hall before 8. 45am </a:t>
            </a:r>
          </a:p>
          <a:p>
            <a:pPr algn="ctr"/>
            <a:r>
              <a:rPr lang="en-IE" sz="3200" dirty="0"/>
              <a:t>for Tutor Roll Call</a:t>
            </a:r>
          </a:p>
        </p:txBody>
      </p:sp>
    </p:spTree>
    <p:extLst>
      <p:ext uri="{BB962C8B-B14F-4D97-AF65-F5344CB8AC3E}">
        <p14:creationId xmlns:p14="http://schemas.microsoft.com/office/powerpoint/2010/main" val="1705815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b="1" u="sng" dirty="0"/>
              <a:t>Correct Uniform 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885" y="1690688"/>
            <a:ext cx="3458190" cy="456549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80" y="1690688"/>
            <a:ext cx="5971505" cy="456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884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4699"/>
            <a:ext cx="10515600" cy="1017431"/>
          </a:xfrm>
        </p:spPr>
        <p:txBody>
          <a:bodyPr/>
          <a:lstStyle/>
          <a:p>
            <a:pPr algn="ctr"/>
            <a:r>
              <a:rPr lang="en-IE" b="1" u="sng" dirty="0"/>
              <a:t>Seating Plan for Sports Hall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082" y="1123681"/>
            <a:ext cx="10262718" cy="538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202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sz="6600" b="1" u="sng" dirty="0"/>
              <a:t>Coat on back of your chair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870" y="1824305"/>
            <a:ext cx="4412356" cy="458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344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b="1" u="sng" dirty="0"/>
              <a:t>Take out your Journal first thing in the morning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40" y="1532586"/>
            <a:ext cx="4529806" cy="48875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580" y="1612813"/>
            <a:ext cx="6576272" cy="469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901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JSHS Yondr – Frequently Asked Questions - Watervliet City School District">
            <a:extLst>
              <a:ext uri="{FF2B5EF4-FFF2-40B4-BE49-F238E27FC236}">
                <a16:creationId xmlns:a16="http://schemas.microsoft.com/office/drawing/2014/main" id="{D68B2F0F-FEC0-4381-B79E-6DC17BF63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2" y="1515925"/>
            <a:ext cx="11961278" cy="5123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3EF14D-6FCC-4A77-A15B-35E39F89859E}"/>
              </a:ext>
            </a:extLst>
          </p:cNvPr>
          <p:cNvSpPr txBox="1"/>
          <p:nvPr/>
        </p:nvSpPr>
        <p:spPr>
          <a:xfrm>
            <a:off x="808383" y="238539"/>
            <a:ext cx="9859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3600" b="1" dirty="0"/>
              <a:t>Phone inside the </a:t>
            </a:r>
            <a:r>
              <a:rPr lang="en-IE" sz="3600" b="1" dirty="0" err="1"/>
              <a:t>Yondr</a:t>
            </a:r>
            <a:r>
              <a:rPr lang="en-IE" sz="3600" b="1" dirty="0"/>
              <a:t> pouch, leave it on the desk with your Journal</a:t>
            </a:r>
          </a:p>
        </p:txBody>
      </p:sp>
    </p:spTree>
    <p:extLst>
      <p:ext uri="{BB962C8B-B14F-4D97-AF65-F5344CB8AC3E}">
        <p14:creationId xmlns:p14="http://schemas.microsoft.com/office/powerpoint/2010/main" val="4268890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5870" y="386366"/>
            <a:ext cx="6065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3600" b="1" u="sng" dirty="0"/>
              <a:t>Equipment in your pencil case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39" y="1032697"/>
            <a:ext cx="5622916" cy="37412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7984" y="1032697"/>
            <a:ext cx="3837681" cy="25476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760" y="3799268"/>
            <a:ext cx="2700905" cy="266653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44" y="5132533"/>
            <a:ext cx="6863401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460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Image result for sharp writeview calculator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415" y="1740725"/>
            <a:ext cx="4972360" cy="453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596140" y="548640"/>
            <a:ext cx="5551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3600" b="1" u="sng" dirty="0"/>
              <a:t>Sharp WriteView Calculator</a:t>
            </a:r>
          </a:p>
        </p:txBody>
      </p:sp>
      <p:pic>
        <p:nvPicPr>
          <p:cNvPr id="12292" name="Picture 4" descr="Image result for sharp writeview calculator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0768" y="1570037"/>
            <a:ext cx="6709324" cy="408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977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Image result for geometry set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98" y="1442593"/>
            <a:ext cx="4928489" cy="4928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Image result for geometry set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6528" y="1970531"/>
            <a:ext cx="6527419" cy="440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182112" y="524256"/>
            <a:ext cx="4706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4000" b="1" u="sng" dirty="0"/>
              <a:t>Geometry Set</a:t>
            </a:r>
          </a:p>
        </p:txBody>
      </p:sp>
    </p:spTree>
    <p:extLst>
      <p:ext uri="{BB962C8B-B14F-4D97-AF65-F5344CB8AC3E}">
        <p14:creationId xmlns:p14="http://schemas.microsoft.com/office/powerpoint/2010/main" val="3973213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044" y="565221"/>
            <a:ext cx="5216480" cy="557762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939" y="1004550"/>
            <a:ext cx="4910966" cy="441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539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b="1" u="sng" dirty="0"/>
              <a:t>Hand up if you wish to ask a teacher </a:t>
            </a:r>
            <a:br>
              <a:rPr lang="en-IE" b="1" u="sng" dirty="0"/>
            </a:br>
            <a:r>
              <a:rPr lang="en-IE" b="1" u="sng" dirty="0"/>
              <a:t>for more paper or explaining a word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87" y="2579329"/>
            <a:ext cx="4962123" cy="362540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2310" y="2579328"/>
            <a:ext cx="5905500" cy="362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534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EE821-EE7D-4B55-8CC3-65B476743A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Fill in all questions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3FDCA-A473-4382-B8DD-2303A7317D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E" sz="3200" dirty="0"/>
              <a:t>Look for attempt marks even if you don’t know the full answer</a:t>
            </a:r>
          </a:p>
          <a:p>
            <a:r>
              <a:rPr lang="en-IE" sz="3200" dirty="0"/>
              <a:t>Leaving a blank is Zero marks</a:t>
            </a:r>
          </a:p>
        </p:txBody>
      </p:sp>
    </p:spTree>
    <p:extLst>
      <p:ext uri="{BB962C8B-B14F-4D97-AF65-F5344CB8AC3E}">
        <p14:creationId xmlns:p14="http://schemas.microsoft.com/office/powerpoint/2010/main" val="3502445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b="1" u="sng" dirty="0"/>
              <a:t>Chairs under the desk when leaving the Hall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893" y="1458533"/>
            <a:ext cx="7954851" cy="47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118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18EA2-9EA4-45B5-98BD-C2816596E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2852"/>
            <a:ext cx="9144000" cy="2173357"/>
          </a:xfrm>
        </p:spPr>
        <p:txBody>
          <a:bodyPr/>
          <a:lstStyle/>
          <a:p>
            <a:r>
              <a:rPr lang="en-IE" dirty="0"/>
              <a:t>If you do not do Irish or a Language subject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1D29EA-8635-4B8F-885A-07C31F99B9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E" sz="4400" dirty="0"/>
              <a:t>You can study at home and come in when your own exams are on</a:t>
            </a:r>
          </a:p>
        </p:txBody>
      </p:sp>
    </p:spTree>
    <p:extLst>
      <p:ext uri="{BB962C8B-B14F-4D97-AF65-F5344CB8AC3E}">
        <p14:creationId xmlns:p14="http://schemas.microsoft.com/office/powerpoint/2010/main" val="1766308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145</Words>
  <Application>Microsoft Office PowerPoint</Application>
  <PresentationFormat>Widescreen</PresentationFormat>
  <Paragraphs>20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1st Year  Christmas Exams 2025</vt:lpstr>
      <vt:lpstr>PowerPoint Presentation</vt:lpstr>
      <vt:lpstr>Correct Uniform on</vt:lpstr>
      <vt:lpstr>Seating Plan for Sports Hall</vt:lpstr>
      <vt:lpstr>Coat on back of your chair</vt:lpstr>
      <vt:lpstr>Take out your Journal first thing in the morning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Hand up if you wish to ask a teacher  for more paper or explaining a word</vt:lpstr>
      <vt:lpstr>Fill in all questions</vt:lpstr>
      <vt:lpstr>Chairs under the desk when leaving the Hall</vt:lpstr>
      <vt:lpstr>If you do not do Irish or a Language subject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Anthony Notaro</dc:creator>
  <cp:lastModifiedBy>Anthony Notaro</cp:lastModifiedBy>
  <cp:revision>29</cp:revision>
  <dcterms:created xsi:type="dcterms:W3CDTF">2017-01-20T19:49:25Z</dcterms:created>
  <dcterms:modified xsi:type="dcterms:W3CDTF">2025-11-28T08:13:21Z</dcterms:modified>
</cp:coreProperties>
</file>